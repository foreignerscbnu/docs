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80" r:id="rId6"/>
    <p:sldId id="279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0C635-14D9-6390-FD29-A99E55514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F75757-3741-219E-AB0A-6F8F0CE60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67E324-AF12-8FFD-8E6E-345AE615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E91FC-1942-AD6C-934F-45891DD2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83BF1D-24C2-450D-38D2-92171446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54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34E81-A1B6-6FFA-F32D-8A7D2E46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24C48-5486-7A21-A0E5-6CBAA4218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0C159-4848-7777-8E0A-1BE9EB6F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1082B-5842-856F-96A1-8AE517F1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9566E-AFB8-6BEE-F904-A6A9E745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87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81E43-6863-F7FE-B81F-F3D43C5D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EEA3ED-78DB-FDF4-C5D2-DA66316B1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5BA5-CE24-667F-4745-38202E48F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0E214-85CE-AD0D-53B7-7569BF9B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12924E-4098-FD6C-31C2-1BC8083E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0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892E6-C837-0FFA-7C37-AE4FA662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35A62-B04D-AF76-F5E8-DFE9A6F85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8C0428-1BB4-B561-0243-3D28A999A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855F3A-453A-B9EC-C62B-AED32A76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60293E-0C2E-58B4-A8F3-B6D9CE2F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B2381C-529A-3780-3740-543C8F86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8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46F27-4756-D190-1886-A1E14250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BF0455-FC04-BCC2-E99F-BF27B3D4A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80BCC-9B2B-C1C5-19C1-0856626C4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C20B96-D90A-4CD2-C8CA-D7333FD3D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00DF02-CA02-8571-7E09-004FD9A43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494102-F498-D808-304C-1F72A6FE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9D8CD3-C236-F1C8-CCF2-909EE434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449C4A-CC15-00F5-6934-95183EF2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7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0985B-BB6D-971A-5CAE-4DC7D003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3FD507-9095-D006-C694-5A6D903B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22D05D-6802-3AB3-D410-2C718FA8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01A12D-A6EC-EFD5-F126-64838359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3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E856B8-F74C-4093-4F34-ECD0C9D1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541E4B-ADB1-FA06-33A9-CDAF246E4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F3B67-DFD3-0593-D220-C9572A54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3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A7FD5-87BD-44E1-EE3C-5C4130A4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18077-CB9A-907C-4F4E-4A5591B4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F624C3-91DF-A3D9-747A-5AD1F9A9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570A8-8CEF-D7DD-4AA6-98C9BE3F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D2C01F-E1AB-3B4E-7179-46265C61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893D69-4650-D74B-3CF1-3D3B3C32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34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515F2-A2FA-56E6-E8CA-CEAB1A31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592AEA-371A-7D89-7700-03D51A520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6DAF0E-325E-2379-4348-9810D1B90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8A287-7229-C69E-94F3-3CC0499B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9BB98-F7FC-A4BD-8977-5131746A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D44F2A-2CB3-DEB7-28A2-58FD1089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659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AADF6-0468-A318-F05A-FA39A1DE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1F56D9-2707-DFA8-CA5D-EC7A0B717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B056B-B8DF-6EB2-9CD5-3B5CE7CDB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EBA315-4ED3-ADEB-D1F7-FFB36AFA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65E0D-642D-1DAF-E720-212BCF7F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35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3C7D1E-C930-712F-011E-0FEFFBE30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A17A23-3211-B59B-E53E-83912303D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77DD30-0FE4-40CE-5970-B611128C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C7A3F-1778-D13A-0BD7-C0CCF116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52CFF0-D239-B661-4F3F-10F16FCD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56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38B138-C74D-F068-3E91-890F1C5F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C30004-04D6-9EEC-DD82-EA22B43F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DCA661-4D97-7A92-3FA5-E0F454834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7045-8061-4861-A732-1364E0A1D53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239FC8-5AB4-6311-61B1-4A8693F0E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A3776-9B83-AB1F-0AA0-2A62D0AE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9468B-CF13-4BFB-BEEE-2435E1D58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8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14006-1EFB-6669-9702-B6D40845F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팀 </a:t>
            </a:r>
            <a:r>
              <a:rPr lang="en-US" altLang="ko-KR" dirty="0"/>
              <a:t>Foreigners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7528D2-E3A7-C8A4-7FC2-C9617AE32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산학 프로젝트</a:t>
            </a:r>
            <a:endParaRPr lang="en-US" altLang="ko-KR" dirty="0"/>
          </a:p>
          <a:p>
            <a:r>
              <a:rPr lang="ko-KR" altLang="en-US" dirty="0"/>
              <a:t>발표</a:t>
            </a:r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 err="1"/>
              <a:t>김상한</a:t>
            </a:r>
            <a:r>
              <a:rPr lang="en-US" altLang="ko-KR" dirty="0"/>
              <a:t>, </a:t>
            </a:r>
            <a:r>
              <a:rPr lang="ko-KR" altLang="en-US" dirty="0" err="1"/>
              <a:t>빌궁</a:t>
            </a:r>
            <a:r>
              <a:rPr lang="en-US" altLang="ko-KR" dirty="0"/>
              <a:t>, </a:t>
            </a:r>
            <a:r>
              <a:rPr lang="ko-KR" altLang="en-US" dirty="0"/>
              <a:t>알렉스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294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727E-AFFC-3639-FDAE-32541150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05C1C-2EB2-7C43-DCEF-816316B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  <a:r>
              <a:rPr lang="en-US" altLang="ko-KR" dirty="0"/>
              <a:t>(</a:t>
            </a:r>
            <a:r>
              <a:rPr lang="ko-KR" altLang="en-US" dirty="0"/>
              <a:t>구현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2219C-8317-9CC7-7D7C-8ECD640A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자료 전송 및 처리</a:t>
            </a:r>
            <a:endParaRPr lang="en-US" altLang="ko-KR" dirty="0"/>
          </a:p>
          <a:p>
            <a:r>
              <a:rPr lang="ko-KR" altLang="en-US" dirty="0"/>
              <a:t>요약 자료 수신</a:t>
            </a:r>
            <a:endParaRPr lang="en-US" altLang="ko-KR" dirty="0"/>
          </a:p>
          <a:p>
            <a:r>
              <a:rPr lang="ko-KR" altLang="en-US" dirty="0"/>
              <a:t>데이터베이스 구축</a:t>
            </a:r>
            <a:endParaRPr lang="en-US" altLang="ko-KR" dirty="0"/>
          </a:p>
          <a:p>
            <a:r>
              <a:rPr lang="ko-KR" altLang="en-US" dirty="0"/>
              <a:t>서버 구축</a:t>
            </a:r>
            <a:endParaRPr lang="en-US" altLang="ko-KR" dirty="0"/>
          </a:p>
          <a:p>
            <a:r>
              <a:rPr lang="ko-KR" altLang="en-US" dirty="0"/>
              <a:t>가입 및 파일 전송 </a:t>
            </a:r>
            <a:r>
              <a:rPr lang="en-US" altLang="ko-KR" dirty="0"/>
              <a:t>UX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요약 자료 </a:t>
            </a:r>
            <a:r>
              <a:rPr lang="en-US" altLang="ko-KR" dirty="0"/>
              <a:t>UI(</a:t>
            </a:r>
            <a:r>
              <a:rPr lang="ko-KR" altLang="en-US" dirty="0"/>
              <a:t>부분미구현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5986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FAA0-6305-E020-CAEE-4D71721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8767E-6234-1726-2596-B181A547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기능</a:t>
            </a:r>
            <a:r>
              <a:rPr lang="en-US" altLang="ko-KR" dirty="0"/>
              <a:t>(</a:t>
            </a:r>
            <a:r>
              <a:rPr lang="ko-KR" altLang="en-US" dirty="0"/>
              <a:t>예정 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F465E3-3F39-1335-6199-A6D2DC30E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요약된 자료 바탕의 시험문제 제공 및 채점</a:t>
            </a:r>
            <a:endParaRPr lang="en-US" altLang="ko-KR" dirty="0"/>
          </a:p>
          <a:p>
            <a:r>
              <a:rPr lang="ko-KR" altLang="en-US" dirty="0"/>
              <a:t>시스템의 사용자별 강의 자료 강좌별 정리</a:t>
            </a:r>
            <a:endParaRPr lang="en-US" altLang="ko-KR" dirty="0"/>
          </a:p>
          <a:p>
            <a:r>
              <a:rPr lang="ko-KR" altLang="en-US" dirty="0"/>
              <a:t>사용자간 비교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요약된 자료의 타당성 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1203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D40C1-B650-F061-83C8-1FAE2664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구현 상황</a:t>
            </a:r>
          </a:p>
        </p:txBody>
      </p:sp>
      <p:pic>
        <p:nvPicPr>
          <p:cNvPr id="5" name="내용 개체 틀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4655F1-9914-897C-3509-AFF1EC2A5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349" y="1825625"/>
            <a:ext cx="79193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6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562B6-2386-9F46-ACE2-20474713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IIS </a:t>
            </a:r>
            <a:r>
              <a:rPr lang="ko-KR" altLang="en-US" dirty="0"/>
              <a:t>웹서버</a:t>
            </a:r>
            <a:r>
              <a:rPr lang="en-US" altLang="ko-KR" dirty="0"/>
              <a:t>, </a:t>
            </a:r>
            <a:r>
              <a:rPr lang="ko-KR" altLang="en-US" dirty="0" err="1"/>
              <a:t>가비아</a:t>
            </a:r>
            <a:r>
              <a:rPr lang="ko-KR" altLang="en-US" dirty="0"/>
              <a:t> 도메인</a:t>
            </a:r>
            <a:r>
              <a:rPr lang="en-US" altLang="ko-KR" dirty="0"/>
              <a:t>, Flask</a:t>
            </a:r>
            <a:endParaRPr lang="ko-KR" altLang="en-US" dirty="0"/>
          </a:p>
        </p:txBody>
      </p:sp>
      <p:pic>
        <p:nvPicPr>
          <p:cNvPr id="5" name="내용 개체 틀 4" descr="텍스트, 소프트웨어, 컴퓨터 아이콘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EEE04E-655E-4102-2748-039A36DD6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9903" y="1825625"/>
            <a:ext cx="77521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F61FB-927B-0700-E0A5-232CBF3F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도메인 연결 현황</a:t>
            </a:r>
          </a:p>
        </p:txBody>
      </p:sp>
      <p:pic>
        <p:nvPicPr>
          <p:cNvPr id="5" name="내용 개체 틀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C80E1C-7E18-138D-4B07-0591196E4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9548" y="2229490"/>
            <a:ext cx="6972904" cy="354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1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88EB9-A036-285E-9BD6-17F9EC4A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도메인 관련</a:t>
            </a:r>
          </a:p>
        </p:txBody>
      </p:sp>
      <p:pic>
        <p:nvPicPr>
          <p:cNvPr id="5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4811D6-6C81-AB18-F95D-31547A1A5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839" y="1825625"/>
            <a:ext cx="9698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31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C09D1-BCB1-4534-02F5-DEF3CE00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업로드 시</a:t>
            </a:r>
          </a:p>
        </p:txBody>
      </p:sp>
      <p:pic>
        <p:nvPicPr>
          <p:cNvPr id="5" name="내용 개체 틀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3712FF-3EBD-098A-89EE-6775F42CD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601" y="2469541"/>
            <a:ext cx="7818798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03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5CA8D-0070-8F3A-469F-AA9F5AEDD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 파일</a:t>
            </a:r>
          </a:p>
        </p:txBody>
      </p:sp>
      <p:pic>
        <p:nvPicPr>
          <p:cNvPr id="5" name="내용 개체 틀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3B8E76-F084-FED6-0476-7373DDE4D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8276" y="1825625"/>
            <a:ext cx="75954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6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D59E5-D350-BCFB-5C04-1895E385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앱 구현 중의 문제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55EB00E-2D79-31C8-9DEF-EA1AD6BBD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954" y="1825625"/>
            <a:ext cx="1780092" cy="4351338"/>
          </a:xfrm>
        </p:spPr>
      </p:pic>
    </p:spTree>
    <p:extLst>
      <p:ext uri="{BB962C8B-B14F-4D97-AF65-F5344CB8AC3E}">
        <p14:creationId xmlns:p14="http://schemas.microsoft.com/office/powerpoint/2010/main" val="6060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86</Words>
  <Application>Microsoft Office PowerPoint</Application>
  <PresentationFormat>와이드스크린</PresentationFormat>
  <Paragraphs>27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팀 Foreigners</vt:lpstr>
      <vt:lpstr>주요 기능(구현 사항)</vt:lpstr>
      <vt:lpstr>주요 기능(예정 사항)</vt:lpstr>
      <vt:lpstr>서버 구현 상황</vt:lpstr>
      <vt:lpstr>IIS 웹서버, 가비아 도메인, Flask</vt:lpstr>
      <vt:lpstr>도메인 연결 현황</vt:lpstr>
      <vt:lpstr>도메인 관련</vt:lpstr>
      <vt:lpstr>업로드 시</vt:lpstr>
      <vt:lpstr>요약 파일</vt:lpstr>
      <vt:lpstr>앱 구현 중의 문제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Sanghan Gim</dc:creator>
  <cp:lastModifiedBy>Sanghan Gim</cp:lastModifiedBy>
  <cp:revision>21</cp:revision>
  <dcterms:created xsi:type="dcterms:W3CDTF">2025-10-26T06:52:11Z</dcterms:created>
  <dcterms:modified xsi:type="dcterms:W3CDTF">2025-12-08T03:44:56Z</dcterms:modified>
</cp:coreProperties>
</file>