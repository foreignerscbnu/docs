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6" r:id="rId4"/>
    <p:sldId id="277" r:id="rId5"/>
    <p:sldId id="283" r:id="rId6"/>
    <p:sldId id="282" r:id="rId7"/>
    <p:sldId id="258" r:id="rId8"/>
    <p:sldId id="259" r:id="rId9"/>
    <p:sldId id="260" r:id="rId10"/>
    <p:sldId id="266" r:id="rId11"/>
    <p:sldId id="272" r:id="rId12"/>
    <p:sldId id="273" r:id="rId13"/>
    <p:sldId id="278" r:id="rId14"/>
    <p:sldId id="279" r:id="rId15"/>
    <p:sldId id="280" r:id="rId16"/>
    <p:sldId id="28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60C635-14D9-6390-FD29-A99E55514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F75757-3741-219E-AB0A-6F8F0CE60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67E324-AF12-8FFD-8E6E-345AE615A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7045-8061-4861-A732-1364E0A1D53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BE91FC-1942-AD6C-934F-45891DD29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83BF1D-24C2-450D-38D2-921714464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468B-CF13-4BFB-BEEE-2435E1D58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542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534E81-A1B6-6FFA-F32D-8A7D2E463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D24C48-5486-7A21-A0E5-6CBAA4218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A0C159-4848-7777-8E0A-1BE9EB6F6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7045-8061-4861-A732-1364E0A1D53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B1082B-5842-856F-96A1-8AE517F17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B9566E-AFB8-6BEE-F904-A6A9E745B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468B-CF13-4BFB-BEEE-2435E1D58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876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981E43-6863-F7FE-B81F-F3D43C5DA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EEA3ED-78DB-FDF4-C5D2-DA66316B1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25BA5-CE24-667F-4745-38202E48F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7045-8061-4861-A732-1364E0A1D53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F0E214-85CE-AD0D-53B7-7569BF9BC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12924E-4098-FD6C-31C2-1BC8083E9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468B-CF13-4BFB-BEEE-2435E1D58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905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892E6-C837-0FFA-7C37-AE4FA662F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335A62-B04D-AF76-F5E8-DFE9A6F85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8C0428-1BB4-B561-0243-3D28A999A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855F3A-453A-B9EC-C62B-AED32A76A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7045-8061-4861-A732-1364E0A1D53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60293E-0C2E-58B4-A8F3-B6D9CE2F5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B2381C-529A-3780-3740-543C8F860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468B-CF13-4BFB-BEEE-2435E1D58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986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446F27-4756-D190-1886-A1E142501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BF0455-FC04-BCC2-E99F-BF27B3D4A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680BCC-9B2B-C1C5-19C1-0856626C4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C20B96-D90A-4CD2-C8CA-D7333FD3DA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00DF02-CA02-8571-7E09-004FD9A43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9494102-F498-D808-304C-1F72A6FE8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7045-8061-4861-A732-1364E0A1D53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49D8CD3-C236-F1C8-CCF2-909EE434C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A449C4A-CC15-00F5-6934-95183EF2B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468B-CF13-4BFB-BEEE-2435E1D58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73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40985B-BB6D-971A-5CAE-4DC7D003C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3FD507-9095-D006-C694-5A6D903B9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7045-8061-4861-A732-1364E0A1D53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22D05D-6802-3AB3-D410-2C718FA8A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E01A12D-A6EC-EFD5-F126-648383599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468B-CF13-4BFB-BEEE-2435E1D58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03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DE856B8-F74C-4093-4F34-ECD0C9D1F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7045-8061-4861-A732-1364E0A1D53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8541E4B-ADB1-FA06-33A9-CDAF246E4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4F3B67-DFD3-0593-D220-C9572A54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468B-CF13-4BFB-BEEE-2435E1D58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305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7A7FD5-87BD-44E1-EE3C-5C4130A47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918077-CB9A-907C-4F4E-4A5591B43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F624C3-91DF-A3D9-747A-5AD1F9A91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2570A8-8CEF-D7DD-4AA6-98C9BE3FD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7045-8061-4861-A732-1364E0A1D53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D2C01F-E1AB-3B4E-7179-46265C618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893D69-4650-D74B-3CF1-3D3B3C322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468B-CF13-4BFB-BEEE-2435E1D58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3342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D515F2-A2FA-56E6-E8CA-CEAB1A31E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592AEA-371A-7D89-7700-03D51A520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6DAF0E-325E-2379-4348-9810D1B90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C8A287-7229-C69E-94F3-3CC0499BC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7045-8061-4861-A732-1364E0A1D53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C9BB98-F7FC-A4BD-8977-5131746AF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D44F2A-2CB3-DEB7-28A2-58FD10895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468B-CF13-4BFB-BEEE-2435E1D58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659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8AADF6-0468-A318-F05A-FA39A1DE3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1F56D9-2707-DFA8-CA5D-EC7A0B717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0B056B-B8DF-6EB2-9CD5-3B5CE7CDB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7045-8061-4861-A732-1364E0A1D53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EBA315-4ED3-ADEB-D1F7-FFB36AFA2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65E0D-642D-1DAF-E720-212BCF7FC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468B-CF13-4BFB-BEEE-2435E1D58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7352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33C7D1E-C930-712F-011E-0FEFFBE30D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EA17A23-3211-B59B-E53E-83912303DA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77DD30-0FE4-40CE-5970-B611128CA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7045-8061-4861-A732-1364E0A1D53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1C7A3F-1778-D13A-0BD7-C0CCF1166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52CFF0-D239-B661-4F3F-10F16FCDA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468B-CF13-4BFB-BEEE-2435E1D58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4568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E38B138-C74D-F068-3E91-890F1C5F8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C30004-04D6-9EEC-DD82-EA22B43FC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DCA661-4D97-7A92-3FA5-E0F4548343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37045-8061-4861-A732-1364E0A1D53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239FC8-5AB4-6311-61B1-4A8693F0E7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AA3776-9B83-AB1F-0AA0-2A62D0AE6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9468B-CF13-4BFB-BEEE-2435E1D58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881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014006-1EFB-6669-9702-B6D40845F0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팀 </a:t>
            </a:r>
            <a:r>
              <a:rPr lang="en-US" altLang="ko-KR" dirty="0"/>
              <a:t>Foreigners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7528D2-E3A7-C8A4-7FC2-C9617AE32D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산학 프로젝트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차 빌드 발표</a:t>
            </a:r>
            <a:endParaRPr lang="en-US" altLang="ko-KR" dirty="0"/>
          </a:p>
          <a:p>
            <a:endParaRPr lang="en-US" altLang="ko-KR" dirty="0"/>
          </a:p>
          <a:p>
            <a:pPr algn="r"/>
            <a:r>
              <a:rPr lang="ko-KR" altLang="en-US" dirty="0" err="1"/>
              <a:t>김상한</a:t>
            </a:r>
            <a:r>
              <a:rPr lang="en-US" altLang="ko-KR" dirty="0"/>
              <a:t>, </a:t>
            </a:r>
            <a:r>
              <a:rPr lang="ko-KR" altLang="en-US" dirty="0" err="1"/>
              <a:t>빌궁</a:t>
            </a:r>
            <a:r>
              <a:rPr lang="en-US" altLang="ko-KR" dirty="0"/>
              <a:t>, </a:t>
            </a:r>
            <a:r>
              <a:rPr lang="ko-KR" altLang="en-US" dirty="0"/>
              <a:t>알렉스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1294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78889B-CC5E-7C8F-4EB5-C8E27464E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B8A0DC-72A1-5F44-C7E4-0B551D802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무언가를 배우게 될 때</a:t>
            </a:r>
            <a:r>
              <a:rPr lang="en-US" altLang="ko-KR" dirty="0"/>
              <a:t>, </a:t>
            </a:r>
            <a:r>
              <a:rPr lang="ko-KR" altLang="en-US" dirty="0"/>
              <a:t>얼마나 잘 아는지를 점검하는 것 까지가 마지막입니다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5041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C727E-AFFC-3639-FDAE-32541150B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705C1C-2EB2-7C43-DCEF-816316B1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기능</a:t>
            </a:r>
            <a:r>
              <a:rPr lang="en-US" altLang="ko-KR" dirty="0"/>
              <a:t>(</a:t>
            </a:r>
            <a:r>
              <a:rPr lang="ko-KR" altLang="en-US" dirty="0"/>
              <a:t>구현 사항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02219C-8317-9CC7-7D7C-8ECD640A6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강의 자료 전송 및 처리</a:t>
            </a:r>
            <a:r>
              <a:rPr lang="en-US" altLang="ko-KR" dirty="0"/>
              <a:t>, </a:t>
            </a:r>
            <a:r>
              <a:rPr lang="ko-KR" altLang="en-US" dirty="0" err="1"/>
              <a:t>포매팅</a:t>
            </a:r>
            <a:endParaRPr lang="en-US" altLang="ko-KR" dirty="0"/>
          </a:p>
          <a:p>
            <a:r>
              <a:rPr lang="ko-KR" altLang="en-US" dirty="0"/>
              <a:t>요약 자료 수신</a:t>
            </a:r>
            <a:endParaRPr lang="en-US" altLang="ko-KR" dirty="0"/>
          </a:p>
          <a:p>
            <a:r>
              <a:rPr lang="ko-KR" altLang="en-US" dirty="0"/>
              <a:t>데이터베이스 구축</a:t>
            </a:r>
            <a:endParaRPr lang="en-US" altLang="ko-KR" dirty="0"/>
          </a:p>
          <a:p>
            <a:r>
              <a:rPr lang="ko-KR" altLang="en-US" dirty="0"/>
              <a:t>초기 화면 </a:t>
            </a:r>
            <a:r>
              <a:rPr lang="en-US" altLang="ko-KR" dirty="0"/>
              <a:t>UI</a:t>
            </a:r>
          </a:p>
          <a:p>
            <a:r>
              <a:rPr lang="ko-KR" altLang="en-US" dirty="0"/>
              <a:t>가입 및 파일 전송 </a:t>
            </a:r>
            <a:r>
              <a:rPr lang="en-US" altLang="ko-KR" dirty="0"/>
              <a:t>UX</a:t>
            </a:r>
          </a:p>
          <a:p>
            <a:r>
              <a:rPr lang="ko-KR" altLang="en-US" dirty="0"/>
              <a:t>텍스트 파싱과 기존 </a:t>
            </a:r>
            <a:r>
              <a:rPr lang="en-US" altLang="ko-KR" dirty="0"/>
              <a:t>AI </a:t>
            </a:r>
            <a:r>
              <a:rPr lang="ko-KR" altLang="en-US" dirty="0"/>
              <a:t>모델로의 전송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55986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7FAA0-6305-E020-CAEE-4D7172107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8767E-6234-1726-2596-B181A5475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기능</a:t>
            </a:r>
            <a:r>
              <a:rPr lang="en-US" altLang="ko-KR" dirty="0"/>
              <a:t>(</a:t>
            </a:r>
            <a:r>
              <a:rPr lang="ko-KR" altLang="en-US" dirty="0"/>
              <a:t>예정 사항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F465E3-3F39-1335-6199-A6D2DC30E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요약된 자료 바탕의 시험문제 제공 및 채점</a:t>
            </a:r>
            <a:endParaRPr lang="en-US" altLang="ko-KR" dirty="0"/>
          </a:p>
          <a:p>
            <a:r>
              <a:rPr lang="ko-KR" altLang="en-US" dirty="0"/>
              <a:t>시스템의 사용자별 강의 자료 강좌별 정리</a:t>
            </a:r>
            <a:endParaRPr lang="en-US" altLang="ko-KR" dirty="0"/>
          </a:p>
          <a:p>
            <a:r>
              <a:rPr lang="ko-KR" altLang="en-US" dirty="0"/>
              <a:t>사용자간 유사한 강의 이해도 비교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주요 과목 기본 강의 제공</a:t>
            </a:r>
            <a:endParaRPr lang="en-US" altLang="ko-KR" dirty="0"/>
          </a:p>
          <a:p>
            <a:r>
              <a:rPr lang="ko-KR" altLang="en-US" dirty="0"/>
              <a:t>요약된 자료의 타당성 검증</a:t>
            </a:r>
            <a:r>
              <a:rPr lang="en-US" altLang="ko-KR" dirty="0"/>
              <a:t>(1</a:t>
            </a:r>
            <a:r>
              <a:rPr lang="ko-KR" altLang="en-US" dirty="0"/>
              <a:t>차 </a:t>
            </a:r>
            <a:r>
              <a:rPr lang="en-US" altLang="ko-KR" dirty="0"/>
              <a:t>AI </a:t>
            </a:r>
            <a:r>
              <a:rPr lang="ko-KR" altLang="en-US" dirty="0"/>
              <a:t>모델간 비교</a:t>
            </a:r>
            <a:r>
              <a:rPr lang="en-US" altLang="ko-KR" dirty="0"/>
              <a:t>, 2</a:t>
            </a:r>
            <a:r>
              <a:rPr lang="ko-KR" altLang="en-US" dirty="0"/>
              <a:t>차 </a:t>
            </a:r>
            <a:r>
              <a:rPr lang="en-US" altLang="ko-KR" dirty="0"/>
              <a:t>Rule-based </a:t>
            </a:r>
            <a:r>
              <a:rPr lang="ko-KR" altLang="en-US" dirty="0"/>
              <a:t>주요 단어 비교</a:t>
            </a:r>
            <a:r>
              <a:rPr lang="en-US" altLang="ko-KR" dirty="0"/>
              <a:t>, 3</a:t>
            </a:r>
            <a:r>
              <a:rPr lang="ko-KR" altLang="en-US" dirty="0"/>
              <a:t>차 관리인력의 무작위 대조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12038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4BC23-531D-70F2-A0DF-169561811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067A6B-17C1-357F-507F-9DA9B285B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기능</a:t>
            </a:r>
            <a:r>
              <a:rPr lang="en-US" altLang="ko-KR" dirty="0"/>
              <a:t>(</a:t>
            </a:r>
            <a:r>
              <a:rPr lang="ko-KR" altLang="en-US" dirty="0"/>
              <a:t>추가 사항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43E448-17B9-A949-FB74-651D15C7A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를 가르치기</a:t>
            </a:r>
            <a:endParaRPr lang="en-US" altLang="ko-KR" dirty="0"/>
          </a:p>
          <a:p>
            <a:r>
              <a:rPr lang="en-US" altLang="ko-KR" dirty="0"/>
              <a:t>AI</a:t>
            </a:r>
            <a:r>
              <a:rPr lang="ko-KR" altLang="en-US" dirty="0"/>
              <a:t>의 수준 설정</a:t>
            </a:r>
            <a:r>
              <a:rPr lang="en-US" altLang="ko-KR" dirty="0"/>
              <a:t>(</a:t>
            </a:r>
            <a:r>
              <a:rPr lang="ko-KR" altLang="en-US" dirty="0"/>
              <a:t>고등학생</a:t>
            </a:r>
            <a:r>
              <a:rPr lang="en-US" altLang="ko-KR" dirty="0"/>
              <a:t>, </a:t>
            </a:r>
            <a:r>
              <a:rPr lang="ko-KR" altLang="en-US" dirty="0"/>
              <a:t>대학생 등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사용자가 </a:t>
            </a:r>
            <a:r>
              <a:rPr lang="en-US" altLang="ko-KR" dirty="0"/>
              <a:t>AI</a:t>
            </a:r>
            <a:r>
              <a:rPr lang="ko-KR" altLang="en-US" dirty="0"/>
              <a:t>의 교사가 되어 가르친 후</a:t>
            </a:r>
            <a:r>
              <a:rPr lang="en-US" altLang="ko-KR" dirty="0"/>
              <a:t> </a:t>
            </a:r>
            <a:r>
              <a:rPr lang="ko-KR" altLang="en-US"/>
              <a:t>비교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96394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699E16-7602-01F8-6C8B-E5D5E03D4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UML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5A24B7C4-78EC-BDFA-7C6E-B781EB669E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550" y="1825625"/>
            <a:ext cx="8322899" cy="4351338"/>
          </a:xfrm>
        </p:spPr>
      </p:pic>
    </p:spTree>
    <p:extLst>
      <p:ext uri="{BB962C8B-B14F-4D97-AF65-F5344CB8AC3E}">
        <p14:creationId xmlns:p14="http://schemas.microsoft.com/office/powerpoint/2010/main" val="4282571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77A967-F2B6-2E29-BF85-53016397B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UI/UX_01 – </a:t>
            </a:r>
            <a:r>
              <a:rPr lang="ko-KR" altLang="en-US" dirty="0"/>
              <a:t>회원가입과 로그인</a:t>
            </a:r>
          </a:p>
        </p:txBody>
      </p:sp>
      <p:pic>
        <p:nvPicPr>
          <p:cNvPr id="16" name="내용 개체 틀 15">
            <a:extLst>
              <a:ext uri="{FF2B5EF4-FFF2-40B4-BE49-F238E27FC236}">
                <a16:creationId xmlns:a16="http://schemas.microsoft.com/office/drawing/2014/main" id="{CE1EDB6D-2368-FFC5-B761-0DEA35782A9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7271" y="1825625"/>
            <a:ext cx="2451458" cy="4351338"/>
          </a:xfrm>
        </p:spPr>
      </p:pic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6E9B5EF0-9EEA-1EA8-C6D6-77A39D5E55B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271" y="1825625"/>
            <a:ext cx="2451458" cy="4351338"/>
          </a:xfrm>
        </p:spPr>
      </p:pic>
    </p:spTree>
    <p:extLst>
      <p:ext uri="{BB962C8B-B14F-4D97-AF65-F5344CB8AC3E}">
        <p14:creationId xmlns:p14="http://schemas.microsoft.com/office/powerpoint/2010/main" val="3877897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3C672-8D63-61B4-67E4-633E3E3A0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3A26A5-0BAC-6372-7A09-D4B6E805B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UI/UX_02 – </a:t>
            </a:r>
            <a:r>
              <a:rPr lang="ko-KR" altLang="en-US" dirty="0"/>
              <a:t>비밀번호 변경</a:t>
            </a:r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A535BB04-C08A-BF56-4B9D-2472B86989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796" y="1825625"/>
            <a:ext cx="2474408" cy="4351338"/>
          </a:xfrm>
        </p:spPr>
      </p:pic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225557E2-FB83-2167-257E-C96833EE326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796" y="1825625"/>
            <a:ext cx="2474408" cy="4351338"/>
          </a:xfrm>
        </p:spPr>
      </p:pic>
    </p:spTree>
    <p:extLst>
      <p:ext uri="{BB962C8B-B14F-4D97-AF65-F5344CB8AC3E}">
        <p14:creationId xmlns:p14="http://schemas.microsoft.com/office/powerpoint/2010/main" val="1208141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9C7C3-CA14-DB4E-B936-DBE2FA8F1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7BD002-CA6A-ACF5-E90D-8ECCF3441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UI/UX_03 – </a:t>
            </a:r>
            <a:r>
              <a:rPr lang="ko-KR" altLang="en-US" dirty="0"/>
              <a:t>파일 전송 및 처리</a:t>
            </a:r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6B588E8A-262A-09C9-823C-D93D554BB31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271" y="1825625"/>
            <a:ext cx="2451458" cy="4351338"/>
          </a:xfrm>
        </p:spPr>
      </p:pic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906C004C-DEDB-F20C-8A45-EA42A3CDD5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7271" y="1825625"/>
            <a:ext cx="2451458" cy="4351338"/>
          </a:xfrm>
        </p:spPr>
      </p:pic>
    </p:spTree>
    <p:extLst>
      <p:ext uri="{BB962C8B-B14F-4D97-AF65-F5344CB8AC3E}">
        <p14:creationId xmlns:p14="http://schemas.microsoft.com/office/powerpoint/2010/main" val="1931258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02FAB-CC1C-FE88-4EF5-9DF89636D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47963C-58C2-9B53-6C68-2644F3BD2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전송 및 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DD1294-BCDE-6918-132D-FFA84A86B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디바이스 내의 </a:t>
            </a:r>
            <a:r>
              <a:rPr lang="en-US" altLang="ko-KR" dirty="0"/>
              <a:t>.doc(.docx), .ppt(.pptx), .pdf </a:t>
            </a:r>
            <a:r>
              <a:rPr lang="ko-KR" altLang="en-US" dirty="0"/>
              <a:t>등의 파일을 서버로 보낼 수 있다</a:t>
            </a:r>
            <a:r>
              <a:rPr lang="en-US" altLang="ko-KR" dirty="0"/>
              <a:t>. </a:t>
            </a:r>
            <a:r>
              <a:rPr lang="ko-KR" altLang="en-US" dirty="0"/>
              <a:t>이 때</a:t>
            </a:r>
            <a:r>
              <a:rPr lang="en-US" altLang="ko-KR" dirty="0"/>
              <a:t>, .doc(.docx), .ppt(.pptx) </a:t>
            </a:r>
            <a:r>
              <a:rPr lang="ko-KR" altLang="en-US" dirty="0"/>
              <a:t>등의 파일인 경우 서버에서 </a:t>
            </a:r>
            <a:r>
              <a:rPr lang="en-US" altLang="ko-KR" dirty="0"/>
              <a:t>.pdf</a:t>
            </a:r>
            <a:r>
              <a:rPr lang="ko-KR" altLang="en-US" dirty="0"/>
              <a:t>로 변환하고</a:t>
            </a:r>
            <a:r>
              <a:rPr lang="en-US" altLang="ko-KR" dirty="0"/>
              <a:t>, </a:t>
            </a:r>
            <a:r>
              <a:rPr lang="ko-KR" altLang="en-US" dirty="0"/>
              <a:t>전송된 파일은 </a:t>
            </a:r>
            <a:r>
              <a:rPr lang="en-US" altLang="ko-KR" dirty="0"/>
              <a:t>DB</a:t>
            </a:r>
            <a:r>
              <a:rPr lang="ko-KR" altLang="en-US" dirty="0"/>
              <a:t>에 저장한다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전송된 파일의 텍스트</a:t>
            </a:r>
            <a:r>
              <a:rPr lang="en-US" altLang="ko-KR" dirty="0"/>
              <a:t>, </a:t>
            </a:r>
            <a:r>
              <a:rPr lang="ko-KR" altLang="en-US" dirty="0"/>
              <a:t>이미지 등을 인식하고 내용을 요약하여 사용자에게 보여준다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9488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31472CC-C608-3CB2-0CB3-489C11C6EC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619" y="3303789"/>
            <a:ext cx="5408326" cy="2873173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2F68048-2108-B1F1-553D-E08358358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3608"/>
            <a:ext cx="5400215" cy="2873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C53F9BA-5EB8-982D-EC14-CD7BDD18B3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687" y="3303789"/>
            <a:ext cx="5402694" cy="287018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18F7E8-CFF2-8267-9098-CBC79AE4F0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34" y="433608"/>
            <a:ext cx="5397066" cy="2870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00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9EA317-BCBE-6974-6BA2-57EAF92E4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Summarizing by AI(Google</a:t>
            </a:r>
            <a:r>
              <a:rPr lang="ko-KR" altLang="en-US" dirty="0"/>
              <a:t> </a:t>
            </a:r>
            <a:r>
              <a:rPr lang="en-US" altLang="ko-KR" dirty="0"/>
              <a:t>AI Studio)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B2371FF0-8532-2A5F-C445-B6B0F28C8E3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1322" b="37557"/>
          <a:stretch>
            <a:fillRect/>
          </a:stretch>
        </p:blipFill>
        <p:spPr>
          <a:xfrm>
            <a:off x="838200" y="1690689"/>
            <a:ext cx="5181601" cy="1738312"/>
          </a:xfr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79DA01-50CC-29C7-61EF-86D7F79C2E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이미지</a:t>
            </a:r>
            <a:r>
              <a:rPr lang="en-US" altLang="ko-KR" dirty="0"/>
              <a:t>1</a:t>
            </a:r>
            <a:r>
              <a:rPr lang="ko-KR" altLang="en-US" dirty="0"/>
              <a:t>에서 </a:t>
            </a:r>
            <a:r>
              <a:rPr lang="en-US" altLang="ko-KR" dirty="0"/>
              <a:t>Python </a:t>
            </a:r>
            <a:r>
              <a:rPr lang="ko-KR" altLang="en-US" dirty="0"/>
              <a:t>함수에 대한 강의자료의 주요 용어들을 정리하여 나열하며 간단한 용례를 설명하였다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이미지</a:t>
            </a:r>
            <a:r>
              <a:rPr lang="en-US" altLang="ko-KR" dirty="0"/>
              <a:t>2</a:t>
            </a:r>
            <a:r>
              <a:rPr lang="ko-KR" altLang="en-US" dirty="0"/>
              <a:t>에서 대한민국 헌법의 주요 이념과 가치</a:t>
            </a:r>
            <a:r>
              <a:rPr lang="en-US" altLang="ko-KR" dirty="0"/>
              <a:t>, </a:t>
            </a:r>
            <a:r>
              <a:rPr lang="ko-KR" altLang="en-US" dirty="0"/>
              <a:t>핵심원리 등을 정리하였다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4C4803F-F75B-9230-BC6B-F04622D3AE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" t="-44681" r="42901" b="52250"/>
          <a:stretch>
            <a:fillRect/>
          </a:stretch>
        </p:blipFill>
        <p:spPr>
          <a:xfrm>
            <a:off x="860930" y="1248698"/>
            <a:ext cx="5311270" cy="459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33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BE75FA-95F8-214C-0955-DD265F43C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명세서 </a:t>
            </a:r>
            <a:r>
              <a:rPr lang="en-US" altLang="ko-KR" dirty="0"/>
              <a:t>– </a:t>
            </a:r>
            <a:r>
              <a:rPr lang="ko-KR" altLang="en-US" dirty="0"/>
              <a:t>완료사항</a:t>
            </a:r>
            <a:r>
              <a:rPr lang="en-US" altLang="ko-KR" dirty="0"/>
              <a:t>_</a:t>
            </a:r>
            <a:r>
              <a:rPr lang="ko-KR" altLang="en-US" dirty="0" err="1"/>
              <a:t>프론트엔드</a:t>
            </a:r>
            <a:endParaRPr lang="ko-KR" altLang="en-US" dirty="0"/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E435592D-A7BD-2193-F4D6-F5D7E8CDA7D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71600" y="2774474"/>
          <a:ext cx="9448800" cy="2453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3109073876"/>
                    </a:ext>
                  </a:extLst>
                </a:gridCol>
                <a:gridCol w="3975100">
                  <a:extLst>
                    <a:ext uri="{9D8B030D-6E8A-4147-A177-3AD203B41FA5}">
                      <a16:colId xmlns:a16="http://schemas.microsoft.com/office/drawing/2014/main" val="26098258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3071852052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4157662046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290012760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4134472838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Ac4_01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User enters the e-mail and password.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알렉스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4hours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완료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6208101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Ac4_02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If e-mail and password are correct, logs in successfully.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알렉스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2hours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완료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7242201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Ac4_03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If e-mail and password are incorrect, display the error message and request retrying.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알렉스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2hours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완료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8256642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Ac4_04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If User enters the incorrect information over 3 times, send a password reset message.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알렉스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8558747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9586580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UI1_01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App main theme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알렉스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1hour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완료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5070991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UI1_02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Registration Page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알렉스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2hours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완료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1522938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UI1_03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Log in page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알렉스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1hour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완료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4736144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UI1_04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File inserting page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알렉스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1hour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완료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1033775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UI1_05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Generated text displaying page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알렉스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1hour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완료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66924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4540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D6D57B-A591-701F-76A9-5C8217113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명세서 </a:t>
            </a:r>
            <a:r>
              <a:rPr lang="en-US" altLang="ko-KR" dirty="0"/>
              <a:t>– </a:t>
            </a:r>
            <a:r>
              <a:rPr lang="ko-KR" altLang="en-US" dirty="0"/>
              <a:t>완료사항</a:t>
            </a:r>
            <a:r>
              <a:rPr lang="en-US" altLang="ko-KR" dirty="0"/>
              <a:t>_</a:t>
            </a:r>
            <a:r>
              <a:rPr lang="ko-KR" altLang="en-US" dirty="0" err="1"/>
              <a:t>백엔드</a:t>
            </a:r>
            <a:endParaRPr lang="ko-KR" altLang="en-US" dirty="0"/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EB47F4A5-D964-5FDF-EDB0-D9143E0FEA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1361871"/>
              </p:ext>
            </p:extLst>
          </p:nvPr>
        </p:nvGraphicFramePr>
        <p:xfrm>
          <a:off x="1371600" y="1953795"/>
          <a:ext cx="9448800" cy="12268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849230001"/>
                    </a:ext>
                  </a:extLst>
                </a:gridCol>
                <a:gridCol w="3975100">
                  <a:extLst>
                    <a:ext uri="{9D8B030D-6E8A-4147-A177-3AD203B41FA5}">
                      <a16:colId xmlns:a16="http://schemas.microsoft.com/office/drawing/2014/main" val="3112300920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716854613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809427727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1569049180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2385249348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PrF1_01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System </a:t>
                      </a:r>
                      <a:r>
                        <a:rPr lang="en-US" sz="1100" u="none" strike="noStrike" dirty="0" err="1">
                          <a:effectLst/>
                        </a:rPr>
                        <a:t>recieves</a:t>
                      </a:r>
                      <a:r>
                        <a:rPr lang="en-US" sz="1100" u="none" strike="noStrike" dirty="0">
                          <a:effectLst/>
                        </a:rPr>
                        <a:t> the file and check the format.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빌궁</a:t>
                      </a:r>
                      <a:r>
                        <a:rPr lang="en-US" altLang="ko-KR" sz="1100" u="none" strike="noStrike">
                          <a:effectLst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</a:rPr>
                        <a:t>상한</a:t>
                      </a:r>
                      <a:r>
                        <a:rPr lang="en-US" altLang="ko-KR" sz="1100" u="none" strike="noStrike">
                          <a:effectLst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</a:rPr>
                        <a:t>알렉스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4hours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완료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4024688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PrF1_02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System saves the file in DB.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빌궁</a:t>
                      </a:r>
                      <a:r>
                        <a:rPr lang="en-US" altLang="ko-KR" sz="1100" u="none" strike="noStrike">
                          <a:effectLst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</a:rPr>
                        <a:t>상한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1hour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완료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1178019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1904511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PrF2_01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System parses the files.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상한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2hours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완료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1439506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PrF2_02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System processes the texts.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상한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1hour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완료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41043916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BF61544-6586-B25B-ECF3-2310234EC6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797984"/>
              </p:ext>
            </p:extLst>
          </p:nvPr>
        </p:nvGraphicFramePr>
        <p:xfrm>
          <a:off x="1371600" y="3429000"/>
          <a:ext cx="9448800" cy="19888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664581150"/>
                    </a:ext>
                  </a:extLst>
                </a:gridCol>
                <a:gridCol w="3975100">
                  <a:extLst>
                    <a:ext uri="{9D8B030D-6E8A-4147-A177-3AD203B41FA5}">
                      <a16:colId xmlns:a16="http://schemas.microsoft.com/office/drawing/2014/main" val="2336634736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1562132647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670869601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1584594833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2731311567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PrF3_01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System saves the images separately.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상한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3hours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완료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이미지가 있는 문서 전체의 이미지화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1945746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PrF3_02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System sends the images to DB.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빌궁</a:t>
                      </a:r>
                      <a:r>
                        <a:rPr lang="en-US" altLang="ko-KR" sz="1100" u="none" strike="noStrike">
                          <a:effectLst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</a:rPr>
                        <a:t>상한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9538904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PrF3_03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System processes the information of the images.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상한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완료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805992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2663384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092008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Sum1_01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System sends the combined file to AI model.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상한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2hours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완료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AI</a:t>
                      </a:r>
                      <a:r>
                        <a:rPr lang="ko-KR" altLang="en-US" sz="1100" u="none" strike="noStrike">
                          <a:effectLst/>
                        </a:rPr>
                        <a:t>모델 교체 혹은 다수 사용 예정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8702732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Sum1_02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System recieves the summarized version of files.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상한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1hour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완료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3421923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Sum1_03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System generates the summarized TXT and PDF file.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상한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2hours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완료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1473449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Sum1_04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System displays the summarization.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상한</a:t>
                      </a:r>
                      <a:r>
                        <a:rPr lang="en-US" altLang="ko-KR" sz="1100" u="none" strike="noStrike">
                          <a:effectLst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</a:rPr>
                        <a:t>알렉스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92950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6891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4B5BB4-DFCA-C51E-69ED-03A4F74DC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명세서 </a:t>
            </a:r>
            <a:r>
              <a:rPr lang="en-US" altLang="ko-KR" dirty="0"/>
              <a:t>– </a:t>
            </a:r>
            <a:r>
              <a:rPr lang="ko-KR" altLang="en-US" dirty="0"/>
              <a:t>미완사항</a:t>
            </a:r>
            <a:r>
              <a:rPr lang="en-US" altLang="ko-KR" dirty="0"/>
              <a:t>_UI/UX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E3EBA1FF-E879-F9BE-68C8-2EF3834AF49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71600" y="2824004"/>
          <a:ext cx="9448800" cy="23545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3741">
                  <a:extLst>
                    <a:ext uri="{9D8B030D-6E8A-4147-A177-3AD203B41FA5}">
                      <a16:colId xmlns:a16="http://schemas.microsoft.com/office/drawing/2014/main" val="4252960041"/>
                    </a:ext>
                  </a:extLst>
                </a:gridCol>
                <a:gridCol w="4096225">
                  <a:extLst>
                    <a:ext uri="{9D8B030D-6E8A-4147-A177-3AD203B41FA5}">
                      <a16:colId xmlns:a16="http://schemas.microsoft.com/office/drawing/2014/main" val="1162573418"/>
                    </a:ext>
                  </a:extLst>
                </a:gridCol>
                <a:gridCol w="549653">
                  <a:extLst>
                    <a:ext uri="{9D8B030D-6E8A-4147-A177-3AD203B41FA5}">
                      <a16:colId xmlns:a16="http://schemas.microsoft.com/office/drawing/2014/main" val="3359212787"/>
                    </a:ext>
                  </a:extLst>
                </a:gridCol>
                <a:gridCol w="549653">
                  <a:extLst>
                    <a:ext uri="{9D8B030D-6E8A-4147-A177-3AD203B41FA5}">
                      <a16:colId xmlns:a16="http://schemas.microsoft.com/office/drawing/2014/main" val="1640475426"/>
                    </a:ext>
                  </a:extLst>
                </a:gridCol>
                <a:gridCol w="693610">
                  <a:extLst>
                    <a:ext uri="{9D8B030D-6E8A-4147-A177-3AD203B41FA5}">
                      <a16:colId xmlns:a16="http://schemas.microsoft.com/office/drawing/2014/main" val="2363348272"/>
                    </a:ext>
                  </a:extLst>
                </a:gridCol>
                <a:gridCol w="2695918">
                  <a:extLst>
                    <a:ext uri="{9D8B030D-6E8A-4147-A177-3AD203B41FA5}">
                      <a16:colId xmlns:a16="http://schemas.microsoft.com/office/drawing/2014/main" val="314287548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Ac1_01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System receieves and verificates User's e-mail.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빌궁</a:t>
                      </a:r>
                      <a:r>
                        <a:rPr lang="en-US" altLang="ko-KR" sz="1100" u="none" strike="noStrike">
                          <a:effectLst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</a:rPr>
                        <a:t>알렉스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2025_12 </a:t>
                      </a:r>
                      <a:r>
                        <a:rPr lang="ko-KR" altLang="en-US" sz="1100" u="none" strike="noStrike">
                          <a:effectLst/>
                        </a:rPr>
                        <a:t>중 완성 예정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6275762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Ac1_02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User enters and System checks the form-fitting password.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빌궁</a:t>
                      </a:r>
                      <a:r>
                        <a:rPr lang="en-US" altLang="ko-KR" sz="1100" u="none" strike="noStrike">
                          <a:effectLst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</a:rPr>
                        <a:t>알렉스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2025_12 </a:t>
                      </a:r>
                      <a:r>
                        <a:rPr lang="ko-KR" altLang="en-US" sz="1100" u="none" strike="noStrike">
                          <a:effectLst/>
                        </a:rPr>
                        <a:t>중 완성 예정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7947475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Ac1_03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User enters their available nick name.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알렉스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2025_12 </a:t>
                      </a:r>
                      <a:r>
                        <a:rPr lang="ko-KR" altLang="en-US" sz="1100" u="none" strike="noStrike">
                          <a:effectLst/>
                        </a:rPr>
                        <a:t>중 완성 예정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4398894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6334209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Ac2_01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If User forget their password, they request the verification number e-mail.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빌궁</a:t>
                      </a:r>
                      <a:r>
                        <a:rPr lang="en-US" altLang="ko-KR" sz="1100" u="none" strike="noStrike">
                          <a:effectLst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</a:rPr>
                        <a:t>알렉스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2025_12 </a:t>
                      </a:r>
                      <a:r>
                        <a:rPr lang="ko-KR" altLang="en-US" sz="1100" u="none" strike="noStrike">
                          <a:effectLst/>
                        </a:rPr>
                        <a:t>중 완성 예정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3166327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Ac2_02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User enters the right verification number, they can re-create their password.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빌궁</a:t>
                      </a:r>
                      <a:r>
                        <a:rPr lang="en-US" altLang="ko-KR" sz="1100" u="none" strike="noStrike">
                          <a:effectLst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</a:rPr>
                        <a:t>알렉스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2025_12 </a:t>
                      </a:r>
                      <a:r>
                        <a:rPr lang="ko-KR" altLang="en-US" sz="1100" u="none" strike="noStrike">
                          <a:effectLst/>
                        </a:rPr>
                        <a:t>중 완성 예정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1935861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2719879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Ac3_01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System requests the captcha solving.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빌궁</a:t>
                      </a:r>
                      <a:r>
                        <a:rPr lang="en-US" altLang="ko-KR" sz="1100" u="none" strike="noStrike">
                          <a:effectLst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</a:rPr>
                        <a:t>알렉스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0035753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Ac3_02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According to the result, System passes the user or requests the captcha.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빌궁</a:t>
                      </a:r>
                      <a:r>
                        <a:rPr lang="en-US" altLang="ko-KR" sz="1100" u="none" strike="noStrike">
                          <a:effectLst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</a:rPr>
                        <a:t>알렉스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13780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345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14DD8D-493F-081B-8FAB-600F996DC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명세서 </a:t>
            </a:r>
            <a:r>
              <a:rPr lang="en-US" altLang="ko-KR" dirty="0"/>
              <a:t>– </a:t>
            </a:r>
            <a:r>
              <a:rPr lang="ko-KR" altLang="en-US" dirty="0"/>
              <a:t>미완사항</a:t>
            </a:r>
            <a:r>
              <a:rPr lang="en-US" altLang="ko-KR" dirty="0"/>
              <a:t>_</a:t>
            </a:r>
            <a:r>
              <a:rPr lang="ko-KR" altLang="en-US" dirty="0" err="1"/>
              <a:t>백엔드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276097F4-EE76-1C80-5283-3220F5BC48F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71600" y="3338354"/>
          <a:ext cx="9448800" cy="132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4177513579"/>
                    </a:ext>
                  </a:extLst>
                </a:gridCol>
                <a:gridCol w="3975100">
                  <a:extLst>
                    <a:ext uri="{9D8B030D-6E8A-4147-A177-3AD203B41FA5}">
                      <a16:colId xmlns:a16="http://schemas.microsoft.com/office/drawing/2014/main" val="1189744369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75043655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836518973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786129210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3217396586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Sum2_01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System generates the title of contents.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상한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7758260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Sum2_02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System finds out the keywords.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상한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1806216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4702092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Sum3_01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System picks out some keywords at random.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상한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8906247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Sum3_02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System makes the test about picked out keywords.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상한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0626790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Sum3_03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System displays the test with time limit.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상한</a:t>
                      </a:r>
                      <a:r>
                        <a:rPr lang="en-US" altLang="ko-KR" sz="1100" u="none" strike="noStrike">
                          <a:effectLst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</a:rPr>
                        <a:t>알렉스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82284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722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692</Words>
  <Application>Microsoft Office PowerPoint</Application>
  <PresentationFormat>와이드스크린</PresentationFormat>
  <Paragraphs>178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팀 Foreigners</vt:lpstr>
      <vt:lpstr>프로젝트 개요</vt:lpstr>
      <vt:lpstr>주요 기능(구현 사항)</vt:lpstr>
      <vt:lpstr>주요 기능(예정 사항)</vt:lpstr>
      <vt:lpstr>주요 기능(추가 사항)</vt:lpstr>
      <vt:lpstr>UML</vt:lpstr>
      <vt:lpstr>UI/UX_01 – 회원가입과 로그인</vt:lpstr>
      <vt:lpstr>UI/UX_02 – 비밀번호 변경</vt:lpstr>
      <vt:lpstr>UI/UX_03 – 파일 전송 및 처리</vt:lpstr>
      <vt:lpstr>파일 전송 및 처리</vt:lpstr>
      <vt:lpstr>PowerPoint 프레젠테이션</vt:lpstr>
      <vt:lpstr>Summarizing by AI(Google AI Studio)</vt:lpstr>
      <vt:lpstr>명세서 – 완료사항_프론트엔드</vt:lpstr>
      <vt:lpstr>명세서 – 완료사항_백엔드</vt:lpstr>
      <vt:lpstr>명세서 – 미완사항_UI/UX</vt:lpstr>
      <vt:lpstr>명세서 – 미완사항_백엔드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Sanghan Gim</dc:creator>
  <cp:lastModifiedBy>Sanghan Gim</cp:lastModifiedBy>
  <cp:revision>16</cp:revision>
  <dcterms:created xsi:type="dcterms:W3CDTF">2025-10-26T06:52:11Z</dcterms:created>
  <dcterms:modified xsi:type="dcterms:W3CDTF">2025-11-17T05:00:09Z</dcterms:modified>
</cp:coreProperties>
</file>